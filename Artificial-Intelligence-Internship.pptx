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type="screen16x9" cy="6858000" cx="12192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oboto" panose="020B0604020202020204" charset="0"/>
      <p:regular r:id="rId18"/>
    </p:embeddedFont>
    <p:embeddedFont>
      <p:font typeface="Raleway" panose="020B0604020202020204" charset="0"/>
      <p:regular r:id="rId19"/>
    </p:embeddedFont>
    <p:embeddedFont>
      <p:font typeface="Roboto Bold" panose="020B0604020202020204" charset="0"/>
      <p:regular r:id="rId20"/>
    </p:embeddedFont>
  </p:embeddedFontLst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03" y="5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ECECF3"/>
          </a:solidFill>
        </p:spPr>
      </p:sp>
      <p:sp>
        <p:nvSpPr>
          <p:cNvPr id="1048577" name="Shap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FFFFF">
              <a:alpha val="95000"/>
            </a:srgbClr>
          </a:solidFill>
        </p:spPr>
      </p:sp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/>
        </p:spPr>
      </p:pic>
      <p:sp>
        <p:nvSpPr>
          <p:cNvPr id="1048578" name="Shape 2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FFFFF">
              <a:alpha val="85000"/>
            </a:srgbClr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Shape 0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ECECF3"/>
          </a:solidFill>
        </p:spPr>
      </p:sp>
      <p:sp>
        <p:nvSpPr>
          <p:cNvPr id="1048595" name="Shap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898922" y="325772"/>
            <a:ext cx="5522080" cy="2362101"/>
          </a:xfrm>
          <a:prstGeom prst="rect"/>
        </p:spPr>
      </p:pic>
      <p:sp>
        <p:nvSpPr>
          <p:cNvPr id="1048579" name="Text 0"/>
          <p:cNvSpPr/>
          <p:nvPr/>
        </p:nvSpPr>
        <p:spPr>
          <a:xfrm>
            <a:off x="304792" y="2924340"/>
            <a:ext cx="10868745" cy="498376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31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Artificial Intelligence Internship</a:t>
            </a:r>
            <a:endParaRPr dirty="0" sz="3100" lang="en-US"/>
          </a:p>
        </p:txBody>
      </p:sp>
      <p:sp>
        <p:nvSpPr>
          <p:cNvPr id="1048580" name="Text 1"/>
          <p:cNvSpPr/>
          <p:nvPr/>
        </p:nvSpPr>
        <p:spPr>
          <a:xfrm>
            <a:off x="-304793" y="3513248"/>
            <a:ext cx="11478330" cy="235148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23000"/>
              </a:lnSpc>
              <a:buNone/>
            </a:pPr>
            <a:r>
              <a:rPr b="1" dirty="0" sz="240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IILM University</a:t>
            </a:r>
            <a:endParaRPr dirty="0" sz="2400" lang="en-US"/>
          </a:p>
        </p:txBody>
      </p:sp>
      <p:sp>
        <p:nvSpPr>
          <p:cNvPr id="1048581" name="Text 2"/>
          <p:cNvSpPr/>
          <p:nvPr/>
        </p:nvSpPr>
        <p:spPr>
          <a:xfrm>
            <a:off x="1632766" y="4318298"/>
            <a:ext cx="7160856" cy="27748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b="1" dirty="0" sz="125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Student </a:t>
            </a:r>
            <a:r>
              <a:rPr b="1" dirty="0" sz="1250" lang="en-US" smtClean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Name                                                           :     </a:t>
            </a:r>
            <a:endParaRPr dirty="0" sz="1250" lang="en-US"/>
          </a:p>
        </p:txBody>
      </p:sp>
      <p:sp>
        <p:nvSpPr>
          <p:cNvPr id="1048582" name="Text 3"/>
          <p:cNvSpPr/>
          <p:nvPr/>
        </p:nvSpPr>
        <p:spPr>
          <a:xfrm>
            <a:off x="5558464" y="4294889"/>
            <a:ext cx="5725076" cy="23514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dirty="0" sz="12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Shivam Kumar</a:t>
            </a:r>
            <a:endParaRPr dirty="0" sz="1250" lang="en-US"/>
          </a:p>
        </p:txBody>
      </p:sp>
      <p:sp>
        <p:nvSpPr>
          <p:cNvPr id="1048583" name="Text 4"/>
          <p:cNvSpPr/>
          <p:nvPr/>
        </p:nvSpPr>
        <p:spPr>
          <a:xfrm>
            <a:off x="1632765" y="4670024"/>
            <a:ext cx="6725021" cy="29259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b="1" dirty="0" sz="125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Enrollment </a:t>
            </a:r>
            <a:r>
              <a:rPr b="1" dirty="0" sz="1250" lang="en-US" smtClean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Number                                                  :</a:t>
            </a:r>
            <a:endParaRPr dirty="0" sz="1250" lang="en-US"/>
          </a:p>
        </p:txBody>
      </p:sp>
      <p:sp>
        <p:nvSpPr>
          <p:cNvPr id="1048584" name="Text 5"/>
          <p:cNvSpPr/>
          <p:nvPr/>
        </p:nvSpPr>
        <p:spPr>
          <a:xfrm>
            <a:off x="5434371" y="4670023"/>
            <a:ext cx="7736101" cy="317747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dirty="0" sz="1250" lang="en-US" smtClean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25SCS1003004639</a:t>
            </a:r>
            <a:endParaRPr dirty="0" sz="1250" lang="en-US"/>
          </a:p>
        </p:txBody>
      </p:sp>
      <p:sp>
        <p:nvSpPr>
          <p:cNvPr id="1048585" name="Text 6"/>
          <p:cNvSpPr/>
          <p:nvPr/>
        </p:nvSpPr>
        <p:spPr>
          <a:xfrm>
            <a:off x="1632765" y="5076530"/>
            <a:ext cx="6639563" cy="2952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b="1" dirty="0" sz="125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Program &amp; </a:t>
            </a:r>
            <a:r>
              <a:rPr b="1" dirty="0" sz="1250" lang="en-US" smtClean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Semester                                               :</a:t>
            </a:r>
            <a:endParaRPr dirty="0" sz="1250" lang="en-US"/>
          </a:p>
        </p:txBody>
      </p:sp>
      <p:sp>
        <p:nvSpPr>
          <p:cNvPr id="1048586" name="Text 7"/>
          <p:cNvSpPr/>
          <p:nvPr/>
        </p:nvSpPr>
        <p:spPr>
          <a:xfrm>
            <a:off x="4730100" y="4106082"/>
            <a:ext cx="39526296" cy="252323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dirty="0" sz="1250" lang="en-US" smtClean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</a:t>
            </a:r>
            <a:r>
              <a:rPr dirty="0" sz="1250" lang="en-US" err="1" smtClean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B.tech</a:t>
            </a:r>
            <a:r>
              <a:rPr dirty="0" sz="1250" lang="en-US" smtClean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CSE] &amp; [3]</a:t>
            </a:r>
            <a:endParaRPr dirty="0" sz="1250" lang="en-US"/>
          </a:p>
        </p:txBody>
      </p:sp>
      <p:sp>
        <p:nvSpPr>
          <p:cNvPr id="1048587" name="Text 8"/>
          <p:cNvSpPr/>
          <p:nvPr/>
        </p:nvSpPr>
        <p:spPr>
          <a:xfrm>
            <a:off x="1632766" y="5545832"/>
            <a:ext cx="6639562" cy="27748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b="1" dirty="0" sz="1250" lang="en-US" smtClean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Organization                                                             :</a:t>
            </a:r>
            <a:endParaRPr dirty="0" sz="1250" lang="en-US"/>
          </a:p>
        </p:txBody>
      </p:sp>
      <p:sp>
        <p:nvSpPr>
          <p:cNvPr id="1048588" name="Text 9"/>
          <p:cNvSpPr/>
          <p:nvPr/>
        </p:nvSpPr>
        <p:spPr>
          <a:xfrm flipV="0">
            <a:off x="5426398" y="5579997"/>
            <a:ext cx="6553966" cy="28751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dirty="0" sz="12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Codec Technologies</a:t>
            </a:r>
            <a:endParaRPr dirty="0" sz="1250" lang="en-US"/>
          </a:p>
        </p:txBody>
      </p:sp>
      <p:sp>
        <p:nvSpPr>
          <p:cNvPr id="1048589" name="Text 10"/>
          <p:cNvSpPr/>
          <p:nvPr/>
        </p:nvSpPr>
        <p:spPr>
          <a:xfrm>
            <a:off x="1632765" y="5955010"/>
            <a:ext cx="6451555" cy="23514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b="1" dirty="0" sz="1250" lang="en-US" smtClean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Duration                                                                    :</a:t>
            </a:r>
            <a:endParaRPr dirty="0" sz="1250" lang="en-US"/>
          </a:p>
        </p:txBody>
      </p:sp>
      <p:sp>
        <p:nvSpPr>
          <p:cNvPr id="1048590" name="Text 11"/>
          <p:cNvSpPr/>
          <p:nvPr/>
        </p:nvSpPr>
        <p:spPr>
          <a:xfrm>
            <a:off x="5029860" y="5955009"/>
            <a:ext cx="6950504" cy="28547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3000"/>
              </a:lnSpc>
              <a:buNone/>
            </a:pPr>
            <a:r>
              <a:rPr altLang="en-IN" dirty="0" sz="12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01/06/2026 - 30/06/2026</a:t>
            </a:r>
            <a:endParaRPr dirty="0" sz="125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/>
        </p:spPr>
      </p:pic>
      <p:sp>
        <p:nvSpPr>
          <p:cNvPr id="1048596" name="Text 0"/>
          <p:cNvSpPr/>
          <p:nvPr/>
        </p:nvSpPr>
        <p:spPr>
          <a:xfrm>
            <a:off x="661475" y="564952"/>
            <a:ext cx="6296860" cy="58142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6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About This Journey</a:t>
            </a:r>
            <a:endParaRPr dirty="0" sz="3650" lang="en-US"/>
          </a:p>
        </p:txBody>
      </p:sp>
      <p:sp>
        <p:nvSpPr>
          <p:cNvPr id="1048597" name="Shape 1"/>
          <p:cNvSpPr/>
          <p:nvPr/>
        </p:nvSpPr>
        <p:spPr>
          <a:xfrm>
            <a:off x="661475" y="1421110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598" name="Text 2"/>
          <p:cNvSpPr/>
          <p:nvPr/>
        </p:nvSpPr>
        <p:spPr>
          <a:xfrm>
            <a:off x="853855" y="1613495"/>
            <a:ext cx="5912099" cy="29071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Training Program</a:t>
            </a:r>
            <a:endParaRPr dirty="0" sz="1800" lang="en-US"/>
          </a:p>
        </p:txBody>
      </p:sp>
      <p:sp>
        <p:nvSpPr>
          <p:cNvPr id="1048599" name="Text 3"/>
          <p:cNvSpPr/>
          <p:nvPr/>
        </p:nvSpPr>
        <p:spPr>
          <a:xfrm>
            <a:off x="853855" y="2014041"/>
            <a:ext cx="5912099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2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Completed a structured AI Training Program at Codec Technologies</a:t>
            </a:r>
            <a:endParaRPr dirty="0" sz="1450" lang="en-US"/>
          </a:p>
        </p:txBody>
      </p:sp>
      <p:sp>
        <p:nvSpPr>
          <p:cNvPr id="1048600" name="Shape 4"/>
          <p:cNvSpPr/>
          <p:nvPr/>
        </p:nvSpPr>
        <p:spPr>
          <a:xfrm>
            <a:off x="661475" y="268485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01" name="Text 5"/>
          <p:cNvSpPr/>
          <p:nvPr/>
        </p:nvSpPr>
        <p:spPr>
          <a:xfrm>
            <a:off x="853855" y="2877245"/>
            <a:ext cx="5912099" cy="29071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Month Internship</a:t>
            </a:r>
            <a:endParaRPr dirty="0" sz="1800" lang="en-US"/>
          </a:p>
        </p:txBody>
      </p:sp>
      <p:sp>
        <p:nvSpPr>
          <p:cNvPr id="1048602" name="Text 6"/>
          <p:cNvSpPr/>
          <p:nvPr/>
        </p:nvSpPr>
        <p:spPr>
          <a:xfrm>
            <a:off x="853855" y="3277791"/>
            <a:ext cx="5912099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2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Intensive hands-on experience from 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altLang="en-IN"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dirty="0" sz="1450" lang="en-US"/>
          </a:p>
        </p:txBody>
      </p:sp>
      <p:sp>
        <p:nvSpPr>
          <p:cNvPr id="1048603" name="Shape 7"/>
          <p:cNvSpPr/>
          <p:nvPr/>
        </p:nvSpPr>
        <p:spPr>
          <a:xfrm>
            <a:off x="661475" y="394860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04" name="Text 8"/>
          <p:cNvSpPr/>
          <p:nvPr/>
        </p:nvSpPr>
        <p:spPr>
          <a:xfrm>
            <a:off x="853855" y="4140994"/>
            <a:ext cx="5912099" cy="29071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Practical AI Skills</a:t>
            </a:r>
            <a:endParaRPr dirty="0" sz="1800" lang="en-US"/>
          </a:p>
        </p:txBody>
      </p:sp>
      <p:sp>
        <p:nvSpPr>
          <p:cNvPr id="1048605" name="Text 9"/>
          <p:cNvSpPr/>
          <p:nvPr/>
        </p:nvSpPr>
        <p:spPr>
          <a:xfrm>
            <a:off x="853855" y="4541540"/>
            <a:ext cx="5912099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2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industry-relevant knowledge and real-world capabilities</a:t>
            </a:r>
            <a:endParaRPr dirty="0" sz="1450" lang="en-US"/>
          </a:p>
        </p:txBody>
      </p:sp>
      <p:sp>
        <p:nvSpPr>
          <p:cNvPr id="1048606" name="Shape 10"/>
          <p:cNvSpPr/>
          <p:nvPr/>
        </p:nvSpPr>
        <p:spPr>
          <a:xfrm>
            <a:off x="661475" y="5212358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07" name="Text 11"/>
          <p:cNvSpPr/>
          <p:nvPr/>
        </p:nvSpPr>
        <p:spPr>
          <a:xfrm>
            <a:off x="853855" y="5404743"/>
            <a:ext cx="5912099" cy="29071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Live Projects</a:t>
            </a:r>
            <a:endParaRPr dirty="0" sz="1800" lang="en-US"/>
          </a:p>
        </p:txBody>
      </p:sp>
      <p:sp>
        <p:nvSpPr>
          <p:cNvPr id="1048608" name="Text 12"/>
          <p:cNvSpPr/>
          <p:nvPr/>
        </p:nvSpPr>
        <p:spPr>
          <a:xfrm>
            <a:off x="853855" y="5805289"/>
            <a:ext cx="5912099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2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Delivered two fully functional, real-world AI projects</a:t>
            </a:r>
            <a:endParaRPr dirty="0" sz="145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/>
        </p:spPr>
      </p:pic>
      <p:sp>
        <p:nvSpPr>
          <p:cNvPr id="1048612" name="Text 0"/>
          <p:cNvSpPr/>
          <p:nvPr/>
        </p:nvSpPr>
        <p:spPr>
          <a:xfrm>
            <a:off x="8032251" y="1201142"/>
            <a:ext cx="3504219" cy="177194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04000"/>
              </a:lnSpc>
              <a:buNone/>
            </a:pPr>
            <a:r>
              <a:rPr dirty="0" sz="37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Training Program Overview</a:t>
            </a:r>
            <a:endParaRPr dirty="0" sz="3700" lang="en-US"/>
          </a:p>
        </p:txBody>
      </p:sp>
      <p:sp>
        <p:nvSpPr>
          <p:cNvPr id="1048613" name="Text 1"/>
          <p:cNvSpPr/>
          <p:nvPr/>
        </p:nvSpPr>
        <p:spPr>
          <a:xfrm>
            <a:off x="8032251" y="3162102"/>
            <a:ext cx="3504219" cy="2617589"/>
          </a:xfrm>
          <a:prstGeom prst="rect"/>
          <a:noFill/>
        </p:spPr>
        <p:txBody>
          <a:bodyPr anchor="t" bIns="0" lIns="0" rIns="0" rtlCol="0" tIns="75608" wrap="square">
            <a:normAutofit/>
          </a:bodyPr>
          <a:p>
            <a:pPr algn="l" indent="-294640" marL="294640">
              <a:lnSpc>
                <a:spcPct val="133000"/>
              </a:lnSpc>
              <a:buSzPct val="100000"/>
              <a:buChar char="•"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curriculum covering AI fundamentals from the ground up</a:t>
            </a:r>
            <a:endParaRPr dirty="0" sz="1450" lang="en-US"/>
          </a:p>
          <a:p>
            <a:pPr algn="l" indent="-294640" marL="294640">
              <a:lnSpc>
                <a:spcPct val="133000"/>
              </a:lnSpc>
              <a:buSzPct val="100000"/>
              <a:buChar char="•"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practical experience with AI tools and modern frameworks</a:t>
            </a:r>
            <a:endParaRPr dirty="0" sz="1450" lang="en-US"/>
          </a:p>
          <a:p>
            <a:pPr algn="l" indent="-294640" marL="294640">
              <a:lnSpc>
                <a:spcPct val="133000"/>
              </a:lnSpc>
              <a:buSzPct val="100000"/>
              <a:buChar char="•"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Industry-level knowledge and best practices from working professionals</a:t>
            </a:r>
            <a:endParaRPr dirty="0" sz="1450" lang="en-US"/>
          </a:p>
          <a:p>
            <a:pPr algn="l" indent="-294640" marL="294640">
              <a:lnSpc>
                <a:spcPct val="133000"/>
              </a:lnSpc>
              <a:buSzPct val="100000"/>
              <a:buChar char="•"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foundation built for real-world project delivery</a:t>
            </a:r>
            <a:endParaRPr dirty="0" sz="145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 0"/>
          <p:cNvSpPr/>
          <p:nvPr/>
        </p:nvSpPr>
        <p:spPr>
          <a:xfrm>
            <a:off x="661475" y="1932285"/>
            <a:ext cx="10868745" cy="59064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7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Skills Developed</a:t>
            </a:r>
            <a:endParaRPr dirty="0" sz="3700" lang="en-US"/>
          </a:p>
        </p:txBody>
      </p:sp>
      <p:pic>
        <p:nvPicPr>
          <p:cNvPr id="2097156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1475" y="2900958"/>
            <a:ext cx="472468" cy="472480"/>
          </a:xfrm>
          <a:prstGeom prst="rect"/>
        </p:spPr>
      </p:pic>
      <p:sp>
        <p:nvSpPr>
          <p:cNvPr id="1048618" name="Text 1"/>
          <p:cNvSpPr/>
          <p:nvPr/>
        </p:nvSpPr>
        <p:spPr>
          <a:xfrm>
            <a:off x="661475" y="3609677"/>
            <a:ext cx="3465426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Fundamentals</a:t>
            </a:r>
            <a:endParaRPr dirty="0" sz="1850" lang="en-US"/>
          </a:p>
        </p:txBody>
      </p:sp>
      <p:sp>
        <p:nvSpPr>
          <p:cNvPr id="1048619" name="Text 2"/>
          <p:cNvSpPr/>
          <p:nvPr/>
        </p:nvSpPr>
        <p:spPr>
          <a:xfrm>
            <a:off x="661475" y="4018359"/>
            <a:ext cx="3465426" cy="6048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concepts, algorithms, and neural network architectures</a:t>
            </a:r>
            <a:endParaRPr dirty="0" sz="1450" lang="en-US"/>
          </a:p>
        </p:txBody>
      </p:sp>
      <p:pic>
        <p:nvPicPr>
          <p:cNvPr id="2097157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363135" y="2900958"/>
            <a:ext cx="472468" cy="472480"/>
          </a:xfrm>
          <a:prstGeom prst="rect"/>
        </p:spPr>
      </p:pic>
      <p:sp>
        <p:nvSpPr>
          <p:cNvPr id="1048620" name="Text 3"/>
          <p:cNvSpPr/>
          <p:nvPr/>
        </p:nvSpPr>
        <p:spPr>
          <a:xfrm>
            <a:off x="4363135" y="3609677"/>
            <a:ext cx="3465426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Skills</a:t>
            </a:r>
            <a:endParaRPr dirty="0" sz="1850" lang="en-US"/>
          </a:p>
        </p:txBody>
      </p:sp>
      <p:sp>
        <p:nvSpPr>
          <p:cNvPr id="1048621" name="Text 4"/>
          <p:cNvSpPr/>
          <p:nvPr/>
        </p:nvSpPr>
        <p:spPr>
          <a:xfrm>
            <a:off x="4363135" y="4018359"/>
            <a:ext cx="3465426" cy="907256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programming, data preprocessing, and end-to-end model training</a:t>
            </a:r>
            <a:endParaRPr dirty="0" sz="1450" lang="en-US"/>
          </a:p>
        </p:txBody>
      </p:sp>
      <p:pic>
        <p:nvPicPr>
          <p:cNvPr id="2097158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064794" y="2900958"/>
            <a:ext cx="472468" cy="472480"/>
          </a:xfrm>
          <a:prstGeom prst="rect"/>
        </p:spPr>
      </p:pic>
      <p:sp>
        <p:nvSpPr>
          <p:cNvPr id="1048622" name="Text 5"/>
          <p:cNvSpPr/>
          <p:nvPr/>
        </p:nvSpPr>
        <p:spPr>
          <a:xfrm>
            <a:off x="8064794" y="3609677"/>
            <a:ext cx="3465426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Problem-Solving</a:t>
            </a:r>
            <a:endParaRPr dirty="0" sz="1850" lang="en-US"/>
          </a:p>
        </p:txBody>
      </p:sp>
      <p:sp>
        <p:nvSpPr>
          <p:cNvPr id="1048623" name="Text 6"/>
          <p:cNvSpPr/>
          <p:nvPr/>
        </p:nvSpPr>
        <p:spPr>
          <a:xfrm>
            <a:off x="8064794" y="4018359"/>
            <a:ext cx="3465426" cy="6048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Analytical thinking, debugging techniques, and solution design</a:t>
            </a:r>
            <a:endParaRPr dirty="0" sz="145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ext 0"/>
          <p:cNvSpPr/>
          <p:nvPr/>
        </p:nvSpPr>
        <p:spPr>
          <a:xfrm>
            <a:off x="661475" y="1717873"/>
            <a:ext cx="10868745" cy="59064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7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Professional Competencies</a:t>
            </a:r>
            <a:endParaRPr dirty="0" sz="3700" lang="en-US"/>
          </a:p>
        </p:txBody>
      </p:sp>
      <p:pic>
        <p:nvPicPr>
          <p:cNvPr id="209715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1475" y="2804616"/>
            <a:ext cx="2507394" cy="1820366"/>
          </a:xfrm>
          <a:prstGeom prst="rect"/>
        </p:spPr>
      </p:pic>
      <p:sp>
        <p:nvSpPr>
          <p:cNvPr id="1048628" name="Text 1"/>
          <p:cNvSpPr/>
          <p:nvPr/>
        </p:nvSpPr>
        <p:spPr>
          <a:xfrm>
            <a:off x="977479" y="3019028"/>
            <a:ext cx="1976983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Execution</a:t>
            </a:r>
            <a:endParaRPr dirty="0" sz="1850" lang="en-US"/>
          </a:p>
        </p:txBody>
      </p:sp>
      <p:sp>
        <p:nvSpPr>
          <p:cNvPr id="1048629" name="Text 2"/>
          <p:cNvSpPr/>
          <p:nvPr/>
        </p:nvSpPr>
        <p:spPr>
          <a:xfrm>
            <a:off x="977479" y="3503315"/>
            <a:ext cx="1976983" cy="907256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management and on-time deadline delivery</a:t>
            </a:r>
            <a:endParaRPr dirty="0" sz="1450" lang="en-US"/>
          </a:p>
        </p:txBody>
      </p:sp>
      <p:pic>
        <p:nvPicPr>
          <p:cNvPr id="2097160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357875" y="2804616"/>
            <a:ext cx="2507394" cy="1820366"/>
          </a:xfrm>
          <a:prstGeom prst="rect"/>
        </p:spPr>
      </p:pic>
      <p:sp>
        <p:nvSpPr>
          <p:cNvPr id="1048630" name="Text 3"/>
          <p:cNvSpPr/>
          <p:nvPr/>
        </p:nvSpPr>
        <p:spPr>
          <a:xfrm>
            <a:off x="3673879" y="3019028"/>
            <a:ext cx="1976983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Teamwork</a:t>
            </a:r>
            <a:endParaRPr dirty="0" sz="1850" lang="en-US"/>
          </a:p>
        </p:txBody>
      </p:sp>
      <p:sp>
        <p:nvSpPr>
          <p:cNvPr id="1048631" name="Text 4"/>
          <p:cNvSpPr/>
          <p:nvPr/>
        </p:nvSpPr>
        <p:spPr>
          <a:xfrm>
            <a:off x="3673879" y="3503315"/>
            <a:ext cx="1976983" cy="907256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Collaboration and professional communication skills</a:t>
            </a:r>
            <a:endParaRPr dirty="0" sz="1450" lang="en-US"/>
          </a:p>
        </p:txBody>
      </p:sp>
      <p:pic>
        <p:nvPicPr>
          <p:cNvPr id="2097161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32776" y="2804616"/>
            <a:ext cx="2507394" cy="2122785"/>
          </a:xfrm>
          <a:prstGeom prst="rect"/>
        </p:spPr>
      </p:pic>
      <p:sp>
        <p:nvSpPr>
          <p:cNvPr id="1048632" name="Text 5"/>
          <p:cNvSpPr/>
          <p:nvPr/>
        </p:nvSpPr>
        <p:spPr>
          <a:xfrm>
            <a:off x="6648780" y="3019028"/>
            <a:ext cx="1976983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Self-Learning</a:t>
            </a:r>
            <a:endParaRPr dirty="0" sz="1850" lang="en-US"/>
          </a:p>
        </p:txBody>
      </p:sp>
      <p:sp>
        <p:nvSpPr>
          <p:cNvPr id="1048633" name="Text 6"/>
          <p:cNvSpPr/>
          <p:nvPr/>
        </p:nvSpPr>
        <p:spPr>
          <a:xfrm>
            <a:off x="6648780" y="3503315"/>
            <a:ext cx="1976983" cy="120967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Initiative to independently expand knowledge and capabilities</a:t>
            </a:r>
            <a:endParaRPr dirty="0" sz="1450" lang="en-US"/>
          </a:p>
        </p:txBody>
      </p:sp>
      <p:pic>
        <p:nvPicPr>
          <p:cNvPr id="2097162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029176" y="2804616"/>
            <a:ext cx="2507394" cy="2122785"/>
          </a:xfrm>
          <a:prstGeom prst="rect"/>
        </p:spPr>
      </p:pic>
      <p:sp>
        <p:nvSpPr>
          <p:cNvPr id="1048634" name="Text 7"/>
          <p:cNvSpPr/>
          <p:nvPr/>
        </p:nvSpPr>
        <p:spPr>
          <a:xfrm>
            <a:off x="9345180" y="3019028"/>
            <a:ext cx="1976983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 Ethics</a:t>
            </a:r>
            <a:endParaRPr dirty="0" sz="1850" lang="en-US"/>
          </a:p>
        </p:txBody>
      </p:sp>
      <p:sp>
        <p:nvSpPr>
          <p:cNvPr id="1048635" name="Text 8"/>
          <p:cNvSpPr/>
          <p:nvPr/>
        </p:nvSpPr>
        <p:spPr>
          <a:xfrm>
            <a:off x="9345180" y="3503315"/>
            <a:ext cx="1976983" cy="120967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Dedication and unwavering professionalism across all tasks</a:t>
            </a:r>
            <a:endParaRPr dirty="0" sz="145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/>
        </p:spPr>
      </p:pic>
      <p:sp>
        <p:nvSpPr>
          <p:cNvPr id="1048639" name="Shape 0"/>
          <p:cNvSpPr/>
          <p:nvPr/>
        </p:nvSpPr>
        <p:spPr>
          <a:xfrm>
            <a:off x="5233360" y="723205"/>
            <a:ext cx="99434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</p:spPr>
      </p:sp>
      <p:sp>
        <p:nvSpPr>
          <p:cNvPr id="1048640" name="Text 1"/>
          <p:cNvSpPr/>
          <p:nvPr/>
        </p:nvSpPr>
        <p:spPr>
          <a:xfrm>
            <a:off x="5346765" y="779859"/>
            <a:ext cx="1377122" cy="17383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1</a:t>
            </a:r>
            <a:endParaRPr dirty="0" sz="1150" lang="en-US"/>
          </a:p>
        </p:txBody>
      </p:sp>
      <p:sp>
        <p:nvSpPr>
          <p:cNvPr id="1048641" name="Text 2"/>
          <p:cNvSpPr/>
          <p:nvPr/>
        </p:nvSpPr>
        <p:spPr>
          <a:xfrm>
            <a:off x="5233360" y="1085949"/>
            <a:ext cx="6296860" cy="59064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7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Stock Price Predictor</a:t>
            </a:r>
            <a:endParaRPr dirty="0" sz="3700" lang="en-US"/>
          </a:p>
        </p:txBody>
      </p:sp>
      <p:pic>
        <p:nvPicPr>
          <p:cNvPr id="209716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233360" y="1960066"/>
            <a:ext cx="945035" cy="1391543"/>
          </a:xfrm>
          <a:prstGeom prst="rect"/>
        </p:spPr>
      </p:pic>
      <p:sp>
        <p:nvSpPr>
          <p:cNvPr id="1048642" name="Text 3"/>
          <p:cNvSpPr/>
          <p:nvPr/>
        </p:nvSpPr>
        <p:spPr>
          <a:xfrm>
            <a:off x="6367402" y="2149078"/>
            <a:ext cx="5162818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</a:t>
            </a:r>
            <a:endParaRPr dirty="0" sz="1850" lang="en-US"/>
          </a:p>
        </p:txBody>
      </p:sp>
      <p:sp>
        <p:nvSpPr>
          <p:cNvPr id="1048643" name="Text 4"/>
          <p:cNvSpPr/>
          <p:nvPr/>
        </p:nvSpPr>
        <p:spPr>
          <a:xfrm>
            <a:off x="6367402" y="2557760"/>
            <a:ext cx="5162818" cy="6048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an ML model to predict stock market prices with precision</a:t>
            </a:r>
            <a:endParaRPr dirty="0" sz="1450" lang="en-US"/>
          </a:p>
        </p:txBody>
      </p:sp>
      <p:pic>
        <p:nvPicPr>
          <p:cNvPr id="209716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233360" y="3351609"/>
            <a:ext cx="945035" cy="1391543"/>
          </a:xfrm>
          <a:prstGeom prst="rect"/>
        </p:spPr>
      </p:pic>
      <p:sp>
        <p:nvSpPr>
          <p:cNvPr id="1048644" name="Text 5"/>
          <p:cNvSpPr/>
          <p:nvPr/>
        </p:nvSpPr>
        <p:spPr>
          <a:xfrm>
            <a:off x="6367402" y="3540621"/>
            <a:ext cx="5162818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Approach</a:t>
            </a:r>
            <a:endParaRPr dirty="0" sz="1850" lang="en-US"/>
          </a:p>
        </p:txBody>
      </p:sp>
      <p:sp>
        <p:nvSpPr>
          <p:cNvPr id="1048645" name="Text 6"/>
          <p:cNvSpPr/>
          <p:nvPr/>
        </p:nvSpPr>
        <p:spPr>
          <a:xfrm>
            <a:off x="6367402" y="3949303"/>
            <a:ext cx="5162818" cy="6048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Time-series analysis and advanced predictive modeling techniques</a:t>
            </a:r>
            <a:endParaRPr dirty="0" sz="1450" lang="en-US"/>
          </a:p>
        </p:txBody>
      </p:sp>
      <p:pic>
        <p:nvPicPr>
          <p:cNvPr id="2097166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233360" y="4743152"/>
            <a:ext cx="945035" cy="1391543"/>
          </a:xfrm>
          <a:prstGeom prst="rect"/>
        </p:spPr>
      </p:pic>
      <p:sp>
        <p:nvSpPr>
          <p:cNvPr id="1048646" name="Text 7"/>
          <p:cNvSpPr/>
          <p:nvPr/>
        </p:nvSpPr>
        <p:spPr>
          <a:xfrm>
            <a:off x="6367402" y="4932164"/>
            <a:ext cx="5162818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</a:t>
            </a:r>
            <a:endParaRPr dirty="0" sz="1850" lang="en-US"/>
          </a:p>
        </p:txBody>
      </p:sp>
      <p:sp>
        <p:nvSpPr>
          <p:cNvPr id="1048647" name="Text 8"/>
          <p:cNvSpPr/>
          <p:nvPr/>
        </p:nvSpPr>
        <p:spPr>
          <a:xfrm>
            <a:off x="6367402" y="5340846"/>
            <a:ext cx="5162818" cy="6048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ability to handle financial data and real-world forecasting</a:t>
            </a:r>
            <a:endParaRPr dirty="0" sz="145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Shape 0"/>
          <p:cNvSpPr/>
          <p:nvPr/>
        </p:nvSpPr>
        <p:spPr>
          <a:xfrm>
            <a:off x="661475" y="539750"/>
            <a:ext cx="2541722" cy="264616"/>
          </a:xfrm>
          <a:prstGeom prst="roundRect">
            <a:avLst>
              <a:gd name="adj" fmla="val 22126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048652" name="Text 1"/>
          <p:cNvSpPr/>
          <p:nvPr/>
        </p:nvSpPr>
        <p:spPr>
          <a:xfrm>
            <a:off x="765950" y="591939"/>
            <a:ext cx="2942358" cy="16023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1050" lang="en-US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1 — TECHNICAL DEEP DIVE</a:t>
            </a:r>
            <a:endParaRPr dirty="0" sz="1050" lang="en-US"/>
          </a:p>
        </p:txBody>
      </p:sp>
      <p:sp>
        <p:nvSpPr>
          <p:cNvPr id="1048653" name="Text 2"/>
          <p:cNvSpPr/>
          <p:nvPr/>
        </p:nvSpPr>
        <p:spPr>
          <a:xfrm>
            <a:off x="661475" y="868561"/>
            <a:ext cx="10868745" cy="54451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4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Stock Predictor: Technical Implementation</a:t>
            </a:r>
            <a:endParaRPr dirty="0" sz="3400" lang="en-US"/>
          </a:p>
        </p:txBody>
      </p:sp>
      <p:pic>
        <p:nvPicPr>
          <p:cNvPr id="209716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35500" y="1653977"/>
            <a:ext cx="10520595" cy="3947914"/>
          </a:xfrm>
          <a:prstGeom prst="rect"/>
        </p:spPr>
      </p:pic>
      <p:sp>
        <p:nvSpPr>
          <p:cNvPr id="1048654" name="Text 3"/>
          <p:cNvSpPr/>
          <p:nvPr/>
        </p:nvSpPr>
        <p:spPr>
          <a:xfrm>
            <a:off x="9336045" y="4643498"/>
            <a:ext cx="1586822" cy="305688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9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</a:t>
            </a:r>
            <a:endParaRPr dirty="0" sz="1900" lang="en-US"/>
          </a:p>
        </p:txBody>
      </p:sp>
      <p:sp>
        <p:nvSpPr>
          <p:cNvPr id="1048655" name="Text 4"/>
          <p:cNvSpPr/>
          <p:nvPr/>
        </p:nvSpPr>
        <p:spPr>
          <a:xfrm>
            <a:off x="7336215" y="4643498"/>
            <a:ext cx="1586822" cy="305688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9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</a:t>
            </a:r>
            <a:endParaRPr dirty="0" sz="1900" lang="en-US"/>
          </a:p>
        </p:txBody>
      </p:sp>
      <p:sp>
        <p:nvSpPr>
          <p:cNvPr id="1048656" name="Text 5"/>
          <p:cNvSpPr/>
          <p:nvPr/>
        </p:nvSpPr>
        <p:spPr>
          <a:xfrm>
            <a:off x="5347253" y="4643498"/>
            <a:ext cx="1586822" cy="305688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9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Eng.</a:t>
            </a:r>
            <a:endParaRPr dirty="0" sz="1900" lang="en-US"/>
          </a:p>
        </p:txBody>
      </p:sp>
      <p:sp>
        <p:nvSpPr>
          <p:cNvPr id="1048657" name="Text 6"/>
          <p:cNvSpPr/>
          <p:nvPr/>
        </p:nvSpPr>
        <p:spPr>
          <a:xfrm>
            <a:off x="3358291" y="4643498"/>
            <a:ext cx="1586822" cy="305688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9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Cleaning</a:t>
            </a:r>
            <a:endParaRPr dirty="0" sz="1900" lang="en-US"/>
          </a:p>
        </p:txBody>
      </p:sp>
      <p:sp>
        <p:nvSpPr>
          <p:cNvPr id="1048658" name="Text 7"/>
          <p:cNvSpPr/>
          <p:nvPr/>
        </p:nvSpPr>
        <p:spPr>
          <a:xfrm>
            <a:off x="1325854" y="4490654"/>
            <a:ext cx="1586822" cy="611377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ctr" indent="0" marL="0">
              <a:lnSpc>
                <a:spcPct val="104000"/>
              </a:lnSpc>
              <a:buNone/>
            </a:pPr>
            <a:r>
              <a:rPr dirty="0" sz="19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Collection</a:t>
            </a:r>
            <a:endParaRPr dirty="0" sz="1900" lang="en-US"/>
          </a:p>
        </p:txBody>
      </p:sp>
      <p:sp>
        <p:nvSpPr>
          <p:cNvPr id="1048659" name="Text 8"/>
          <p:cNvSpPr/>
          <p:nvPr/>
        </p:nvSpPr>
        <p:spPr>
          <a:xfrm>
            <a:off x="661475" y="5782568"/>
            <a:ext cx="10868745" cy="53558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8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stock data was cleaned and enriched with technical indicators before being fed into regression-based machine learning algorithms to produce reliable price forecasts.</a:t>
            </a:r>
            <a:endParaRPr dirty="0" sz="135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/>
        </p:spPr>
      </p:pic>
      <p:sp>
        <p:nvSpPr>
          <p:cNvPr id="1048663" name="Shape 0"/>
          <p:cNvSpPr/>
          <p:nvPr/>
        </p:nvSpPr>
        <p:spPr>
          <a:xfrm>
            <a:off x="661475" y="723205"/>
            <a:ext cx="99434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</p:spPr>
      </p:sp>
      <p:sp>
        <p:nvSpPr>
          <p:cNvPr id="1048664" name="Text 1"/>
          <p:cNvSpPr/>
          <p:nvPr/>
        </p:nvSpPr>
        <p:spPr>
          <a:xfrm>
            <a:off x="774879" y="779859"/>
            <a:ext cx="1377122" cy="17383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2</a:t>
            </a:r>
            <a:endParaRPr dirty="0" sz="1150" lang="en-US"/>
          </a:p>
        </p:txBody>
      </p:sp>
      <p:sp>
        <p:nvSpPr>
          <p:cNvPr id="1048665" name="Text 2"/>
          <p:cNvSpPr/>
          <p:nvPr/>
        </p:nvSpPr>
        <p:spPr>
          <a:xfrm>
            <a:off x="661475" y="1085949"/>
            <a:ext cx="6296860" cy="59064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7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Fruit Image Classifier</a:t>
            </a:r>
            <a:endParaRPr dirty="0" sz="3700" lang="en-US"/>
          </a:p>
        </p:txBody>
      </p:sp>
      <p:pic>
        <p:nvPicPr>
          <p:cNvPr id="209716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1475" y="1960066"/>
            <a:ext cx="945035" cy="1391543"/>
          </a:xfrm>
          <a:prstGeom prst="rect"/>
        </p:spPr>
      </p:pic>
      <p:sp>
        <p:nvSpPr>
          <p:cNvPr id="1048666" name="Text 3"/>
          <p:cNvSpPr/>
          <p:nvPr/>
        </p:nvSpPr>
        <p:spPr>
          <a:xfrm>
            <a:off x="1795517" y="2149078"/>
            <a:ext cx="5162818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</a:t>
            </a:r>
            <a:endParaRPr dirty="0" sz="1850" lang="en-US"/>
          </a:p>
        </p:txBody>
      </p:sp>
      <p:sp>
        <p:nvSpPr>
          <p:cNvPr id="1048667" name="Text 4"/>
          <p:cNvSpPr/>
          <p:nvPr/>
        </p:nvSpPr>
        <p:spPr>
          <a:xfrm>
            <a:off x="1795517" y="2557760"/>
            <a:ext cx="5162818" cy="6048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 deep learning model to accurately classify fruit images</a:t>
            </a:r>
            <a:endParaRPr dirty="0" sz="1450" lang="en-US"/>
          </a:p>
        </p:txBody>
      </p:sp>
      <p:pic>
        <p:nvPicPr>
          <p:cNvPr id="2097170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61475" y="3351609"/>
            <a:ext cx="945035" cy="1391543"/>
          </a:xfrm>
          <a:prstGeom prst="rect"/>
        </p:spPr>
      </p:pic>
      <p:sp>
        <p:nvSpPr>
          <p:cNvPr id="1048668" name="Text 5"/>
          <p:cNvSpPr/>
          <p:nvPr/>
        </p:nvSpPr>
        <p:spPr>
          <a:xfrm>
            <a:off x="1795517" y="3540621"/>
            <a:ext cx="5162818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Approach</a:t>
            </a:r>
            <a:endParaRPr dirty="0" sz="1850" lang="en-US"/>
          </a:p>
        </p:txBody>
      </p:sp>
      <p:sp>
        <p:nvSpPr>
          <p:cNvPr id="1048669" name="Text 6"/>
          <p:cNvSpPr/>
          <p:nvPr/>
        </p:nvSpPr>
        <p:spPr>
          <a:xfrm>
            <a:off x="1795517" y="3949303"/>
            <a:ext cx="5162818" cy="6048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Convolutional Neural Networks (CNN) for robust image recognition</a:t>
            </a:r>
            <a:endParaRPr dirty="0" sz="1450" lang="en-US"/>
          </a:p>
        </p:txBody>
      </p:sp>
      <p:pic>
        <p:nvPicPr>
          <p:cNvPr id="2097171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61475" y="4743152"/>
            <a:ext cx="945035" cy="1391543"/>
          </a:xfrm>
          <a:prstGeom prst="rect"/>
        </p:spPr>
      </p:pic>
      <p:sp>
        <p:nvSpPr>
          <p:cNvPr id="1048670" name="Text 7"/>
          <p:cNvSpPr/>
          <p:nvPr/>
        </p:nvSpPr>
        <p:spPr>
          <a:xfrm>
            <a:off x="1795517" y="4932164"/>
            <a:ext cx="5162818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</a:t>
            </a:r>
            <a:endParaRPr dirty="0" sz="1850" lang="en-US"/>
          </a:p>
        </p:txBody>
      </p:sp>
      <p:sp>
        <p:nvSpPr>
          <p:cNvPr id="1048671" name="Text 8"/>
          <p:cNvSpPr/>
          <p:nvPr/>
        </p:nvSpPr>
        <p:spPr>
          <a:xfrm>
            <a:off x="1795517" y="5340846"/>
            <a:ext cx="5162818" cy="6048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expertise in computer vision and classification pipelines</a:t>
            </a:r>
            <a:endParaRPr dirty="0" sz="145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Shape 0"/>
          <p:cNvSpPr/>
          <p:nvPr/>
        </p:nvSpPr>
        <p:spPr>
          <a:xfrm>
            <a:off x="661475" y="1083866"/>
            <a:ext cx="275731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048676" name="Text 1"/>
          <p:cNvSpPr/>
          <p:nvPr/>
        </p:nvSpPr>
        <p:spPr>
          <a:xfrm>
            <a:off x="774879" y="1140520"/>
            <a:ext cx="3140096" cy="17383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1150" lang="en-US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2 — TECHNICAL DEEP DIVE</a:t>
            </a:r>
            <a:endParaRPr dirty="0" sz="1150" lang="en-US"/>
          </a:p>
        </p:txBody>
      </p:sp>
      <p:sp>
        <p:nvSpPr>
          <p:cNvPr id="1048677" name="Text 2"/>
          <p:cNvSpPr/>
          <p:nvPr/>
        </p:nvSpPr>
        <p:spPr>
          <a:xfrm>
            <a:off x="661475" y="1446609"/>
            <a:ext cx="10868745" cy="59064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7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Fruit Classifier: Technical Implementation</a:t>
            </a:r>
            <a:endParaRPr dirty="0" sz="3700" lang="en-US"/>
          </a:p>
        </p:txBody>
      </p:sp>
      <p:pic>
        <p:nvPicPr>
          <p:cNvPr id="209717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1475" y="2533352"/>
            <a:ext cx="6903269" cy="3028156"/>
          </a:xfrm>
          <a:prstGeom prst="rect"/>
        </p:spPr>
      </p:pic>
      <p:sp>
        <p:nvSpPr>
          <p:cNvPr id="1048678" name="Text 3"/>
          <p:cNvSpPr/>
          <p:nvPr/>
        </p:nvSpPr>
        <p:spPr>
          <a:xfrm>
            <a:off x="2753581" y="4601390"/>
            <a:ext cx="1043313" cy="186811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1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</a:t>
            </a:r>
            <a:endParaRPr dirty="0" sz="1150" lang="en-US"/>
          </a:p>
        </p:txBody>
      </p:sp>
      <p:sp>
        <p:nvSpPr>
          <p:cNvPr id="1048679" name="Text 4"/>
          <p:cNvSpPr/>
          <p:nvPr/>
        </p:nvSpPr>
        <p:spPr>
          <a:xfrm>
            <a:off x="2753581" y="4841339"/>
            <a:ext cx="1043313" cy="448346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ctr" indent="0" marL="0">
              <a:lnSpc>
                <a:spcPct val="104000"/>
              </a:lnSpc>
              <a:buNone/>
            </a:pPr>
            <a:r>
              <a:rPr dirty="0" sz="9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custom CNN with optimized layers</a:t>
            </a:r>
            <a:endParaRPr dirty="0" sz="900" lang="en-US"/>
          </a:p>
        </p:txBody>
      </p:sp>
      <p:sp>
        <p:nvSpPr>
          <p:cNvPr id="1048680" name="Text 5"/>
          <p:cNvSpPr/>
          <p:nvPr/>
        </p:nvSpPr>
        <p:spPr>
          <a:xfrm>
            <a:off x="6067939" y="4750839"/>
            <a:ext cx="1043313" cy="186811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1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</a:t>
            </a:r>
            <a:endParaRPr dirty="0" sz="1150" lang="en-US"/>
          </a:p>
        </p:txBody>
      </p:sp>
      <p:sp>
        <p:nvSpPr>
          <p:cNvPr id="1048681" name="Text 6"/>
          <p:cNvSpPr/>
          <p:nvPr/>
        </p:nvSpPr>
        <p:spPr>
          <a:xfrm>
            <a:off x="6067939" y="4990788"/>
            <a:ext cx="1043313" cy="298897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ctr" indent="0" marL="0">
              <a:lnSpc>
                <a:spcPct val="104000"/>
              </a:lnSpc>
              <a:buNone/>
            </a:pPr>
            <a:r>
              <a:rPr dirty="0" sz="9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accuracy and deploy model</a:t>
            </a:r>
            <a:endParaRPr dirty="0" sz="900" lang="en-US"/>
          </a:p>
        </p:txBody>
      </p:sp>
      <p:sp>
        <p:nvSpPr>
          <p:cNvPr id="1048682" name="Text 7"/>
          <p:cNvSpPr/>
          <p:nvPr/>
        </p:nvSpPr>
        <p:spPr>
          <a:xfrm>
            <a:off x="1132933" y="2805515"/>
            <a:ext cx="1043313" cy="373622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ctr" indent="0" marL="0">
              <a:lnSpc>
                <a:spcPct val="104000"/>
              </a:lnSpc>
              <a:buNone/>
            </a:pPr>
            <a:r>
              <a:rPr dirty="0" sz="11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Collection</a:t>
            </a:r>
            <a:endParaRPr dirty="0" sz="1150" lang="en-US"/>
          </a:p>
        </p:txBody>
      </p:sp>
      <p:sp>
        <p:nvSpPr>
          <p:cNvPr id="1048683" name="Text 8"/>
          <p:cNvSpPr/>
          <p:nvPr/>
        </p:nvSpPr>
        <p:spPr>
          <a:xfrm>
            <a:off x="1132933" y="3232274"/>
            <a:ext cx="1043313" cy="448346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ctr" indent="0" marL="0">
              <a:lnSpc>
                <a:spcPct val="104000"/>
              </a:lnSpc>
              <a:buNone/>
            </a:pPr>
            <a:r>
              <a:rPr dirty="0" sz="9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Curate and preprocess fruit images</a:t>
            </a:r>
            <a:endParaRPr dirty="0" sz="900" lang="en-US"/>
          </a:p>
        </p:txBody>
      </p:sp>
      <p:sp>
        <p:nvSpPr>
          <p:cNvPr id="1048684" name="Text 9"/>
          <p:cNvSpPr/>
          <p:nvPr/>
        </p:nvSpPr>
        <p:spPr>
          <a:xfrm>
            <a:off x="4434007" y="2805515"/>
            <a:ext cx="1043313" cy="186811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1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</a:t>
            </a:r>
            <a:endParaRPr dirty="0" sz="1150" lang="en-US"/>
          </a:p>
        </p:txBody>
      </p:sp>
      <p:sp>
        <p:nvSpPr>
          <p:cNvPr id="1048685" name="Text 10"/>
          <p:cNvSpPr/>
          <p:nvPr/>
        </p:nvSpPr>
        <p:spPr>
          <a:xfrm>
            <a:off x="4434007" y="3045463"/>
            <a:ext cx="1043313" cy="29889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ctr" indent="0" marL="0">
              <a:lnSpc>
                <a:spcPct val="104000"/>
              </a:lnSpc>
              <a:buNone/>
            </a:pPr>
            <a:r>
              <a:rPr dirty="0" sz="9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Iterative training and validation</a:t>
            </a:r>
            <a:endParaRPr dirty="0" sz="900" lang="en-US"/>
          </a:p>
        </p:txBody>
      </p:sp>
      <p:sp>
        <p:nvSpPr>
          <p:cNvPr id="1048686" name="Text 11"/>
          <p:cNvSpPr/>
          <p:nvPr/>
        </p:nvSpPr>
        <p:spPr>
          <a:xfrm>
            <a:off x="8032251" y="2893417"/>
            <a:ext cx="3504219" cy="2952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Technical Highlights</a:t>
            </a:r>
            <a:endParaRPr dirty="0" sz="1850" lang="en-US"/>
          </a:p>
        </p:txBody>
      </p:sp>
      <p:sp>
        <p:nvSpPr>
          <p:cNvPr id="1048687" name="Text 12"/>
          <p:cNvSpPr/>
          <p:nvPr/>
        </p:nvSpPr>
        <p:spPr>
          <a:xfrm>
            <a:off x="8032251" y="3377704"/>
            <a:ext cx="3504219" cy="1946672"/>
          </a:xfrm>
          <a:prstGeom prst="rect"/>
          <a:noFill/>
        </p:spPr>
        <p:txBody>
          <a:bodyPr anchor="t" bIns="0" lIns="0" rIns="0" rtlCol="0" tIns="75608" wrap="square">
            <a:normAutofit/>
          </a:bodyPr>
          <a:p>
            <a:pPr algn="l" indent="-294640" marL="294640">
              <a:lnSpc>
                <a:spcPct val="133000"/>
              </a:lnSpc>
              <a:buSzPct val="100000"/>
              <a:buChar char="•"/>
            </a:pPr>
            <a:r>
              <a:rPr b="1" dirty="0" sz="145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Dataset:</a:t>
            </a: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Curated fruit image collection with rigorous preprocessing</a:t>
            </a:r>
            <a:endParaRPr dirty="0" sz="1450" lang="en-US"/>
          </a:p>
          <a:p>
            <a:pPr algn="l" indent="-294640" marL="294640">
              <a:lnSpc>
                <a:spcPct val="133000"/>
              </a:lnSpc>
              <a:buSzPct val="100000"/>
              <a:buChar char="•"/>
            </a:pPr>
            <a:r>
              <a:rPr b="1" dirty="0" sz="145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Architecture:</a:t>
            </a: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 CNN model design with layer optimization</a:t>
            </a:r>
            <a:endParaRPr dirty="0" sz="1450" lang="en-US"/>
          </a:p>
          <a:p>
            <a:pPr algn="l" indent="-294640" marL="294640">
              <a:lnSpc>
                <a:spcPct val="133000"/>
              </a:lnSpc>
              <a:buSzPct val="100000"/>
              <a:buChar char="•"/>
            </a:pPr>
            <a:r>
              <a:rPr b="1" dirty="0" sz="145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Training:</a:t>
            </a: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Iterative model training with validation and accuracy tuning</a:t>
            </a:r>
            <a:endParaRPr dirty="0" sz="145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/>
        </p:spPr>
      </p:pic>
      <p:sp>
        <p:nvSpPr>
          <p:cNvPr id="1048691" name="Text 0"/>
          <p:cNvSpPr/>
          <p:nvPr/>
        </p:nvSpPr>
        <p:spPr>
          <a:xfrm>
            <a:off x="661475" y="557709"/>
            <a:ext cx="6296860" cy="57219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6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Accomplishments</a:t>
            </a:r>
            <a:endParaRPr dirty="0" sz="3600" lang="en-US"/>
          </a:p>
        </p:txBody>
      </p:sp>
      <p:sp>
        <p:nvSpPr>
          <p:cNvPr id="1048692" name="Shape 1"/>
          <p:cNvSpPr/>
          <p:nvPr/>
        </p:nvSpPr>
        <p:spPr>
          <a:xfrm>
            <a:off x="661475" y="1395909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93" name="Text 2"/>
          <p:cNvSpPr/>
          <p:nvPr/>
        </p:nvSpPr>
        <p:spPr>
          <a:xfrm>
            <a:off x="1250720" y="1458813"/>
            <a:ext cx="5707614" cy="28604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Training Program</a:t>
            </a:r>
            <a:endParaRPr dirty="0" sz="1800" lang="en-US"/>
          </a:p>
        </p:txBody>
      </p:sp>
      <p:sp>
        <p:nvSpPr>
          <p:cNvPr id="1048694" name="Text 3"/>
          <p:cNvSpPr/>
          <p:nvPr/>
        </p:nvSpPr>
        <p:spPr>
          <a:xfrm>
            <a:off x="1250720" y="1851223"/>
            <a:ext cx="5707614" cy="57685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1000"/>
              </a:lnSpc>
              <a:buNone/>
            </a:pPr>
            <a:r>
              <a:rPr dirty="0" sz="1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completed the full AI Training Program at Codec Technologies</a:t>
            </a:r>
            <a:endParaRPr dirty="0" sz="1400" lang="en-US"/>
          </a:p>
        </p:txBody>
      </p:sp>
      <p:sp>
        <p:nvSpPr>
          <p:cNvPr id="1048695" name="Shape 4"/>
          <p:cNvSpPr/>
          <p:nvPr/>
        </p:nvSpPr>
        <p:spPr>
          <a:xfrm>
            <a:off x="661475" y="2782788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96" name="Text 5"/>
          <p:cNvSpPr/>
          <p:nvPr/>
        </p:nvSpPr>
        <p:spPr>
          <a:xfrm>
            <a:off x="1250720" y="2845693"/>
            <a:ext cx="5707614" cy="28604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Intensive Internship</a:t>
            </a:r>
            <a:endParaRPr dirty="0" sz="1800" lang="en-US"/>
          </a:p>
        </p:txBody>
      </p:sp>
      <p:sp>
        <p:nvSpPr>
          <p:cNvPr id="1048697" name="Text 6"/>
          <p:cNvSpPr/>
          <p:nvPr/>
        </p:nvSpPr>
        <p:spPr>
          <a:xfrm>
            <a:off x="1250720" y="3238103"/>
            <a:ext cx="5707614" cy="28842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1000"/>
              </a:lnSpc>
              <a:buNone/>
            </a:pPr>
            <a:r>
              <a:rPr dirty="0" sz="1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Completed a rigorous 1-month hands-on internship from start to finish</a:t>
            </a:r>
            <a:endParaRPr dirty="0" sz="1400" lang="en-US"/>
          </a:p>
        </p:txBody>
      </p:sp>
      <p:sp>
        <p:nvSpPr>
          <p:cNvPr id="1048698" name="Shape 7"/>
          <p:cNvSpPr/>
          <p:nvPr/>
        </p:nvSpPr>
        <p:spPr>
          <a:xfrm>
            <a:off x="661475" y="3881239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99" name="Text 8"/>
          <p:cNvSpPr/>
          <p:nvPr/>
        </p:nvSpPr>
        <p:spPr>
          <a:xfrm>
            <a:off x="1250720" y="3944144"/>
            <a:ext cx="5707614" cy="28604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Functional Projects</a:t>
            </a:r>
            <a:endParaRPr dirty="0" sz="1800" lang="en-US"/>
          </a:p>
        </p:txBody>
      </p:sp>
      <p:sp>
        <p:nvSpPr>
          <p:cNvPr id="1048700" name="Text 9"/>
          <p:cNvSpPr/>
          <p:nvPr/>
        </p:nvSpPr>
        <p:spPr>
          <a:xfrm>
            <a:off x="1250720" y="4336554"/>
            <a:ext cx="5707614" cy="57685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1000"/>
              </a:lnSpc>
              <a:buNone/>
            </a:pPr>
            <a:r>
              <a:rPr dirty="0" sz="1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Delivered two complete, working AI projects within the internship period</a:t>
            </a:r>
            <a:endParaRPr dirty="0" sz="1400" lang="en-US"/>
          </a:p>
        </p:txBody>
      </p:sp>
      <p:sp>
        <p:nvSpPr>
          <p:cNvPr id="1048701" name="Shape 10"/>
          <p:cNvSpPr/>
          <p:nvPr/>
        </p:nvSpPr>
        <p:spPr>
          <a:xfrm>
            <a:off x="661475" y="5268119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702" name="Text 11"/>
          <p:cNvSpPr/>
          <p:nvPr/>
        </p:nvSpPr>
        <p:spPr>
          <a:xfrm>
            <a:off x="1250720" y="5331023"/>
            <a:ext cx="5707614" cy="28604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Letter of Recommendation</a:t>
            </a:r>
            <a:endParaRPr dirty="0" sz="1800" lang="en-US"/>
          </a:p>
        </p:txBody>
      </p:sp>
      <p:sp>
        <p:nvSpPr>
          <p:cNvPr id="1048703" name="Text 12"/>
          <p:cNvSpPr/>
          <p:nvPr/>
        </p:nvSpPr>
        <p:spPr>
          <a:xfrm>
            <a:off x="1250720" y="5723434"/>
            <a:ext cx="5707614" cy="57685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1000"/>
              </a:lnSpc>
              <a:buNone/>
            </a:pPr>
            <a:r>
              <a:rPr dirty="0" sz="1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Received a formal Letter of Recommendation from Codec Technologies</a:t>
            </a:r>
            <a:endParaRPr dirty="0" sz="14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ext 0"/>
          <p:cNvSpPr/>
          <p:nvPr/>
        </p:nvSpPr>
        <p:spPr>
          <a:xfrm>
            <a:off x="661475" y="535583"/>
            <a:ext cx="10868745" cy="58142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6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Recognition &amp; Feedback</a:t>
            </a:r>
            <a:endParaRPr dirty="0" sz="3650" lang="en-US"/>
          </a:p>
        </p:txBody>
      </p:sp>
      <p:sp>
        <p:nvSpPr>
          <p:cNvPr id="1048708" name="Shape 1"/>
          <p:cNvSpPr/>
          <p:nvPr/>
        </p:nvSpPr>
        <p:spPr>
          <a:xfrm>
            <a:off x="527533" y="1391741"/>
            <a:ext cx="5475349" cy="4930577"/>
          </a:xfrm>
          <a:prstGeom prst="roundRect">
            <a:avLst>
              <a:gd name="adj" fmla="val 2717"/>
            </a:avLst>
          </a:prstGeom>
          <a:solidFill>
            <a:srgbClr val="1B1B27">
              <a:alpha val="95000"/>
            </a:srgbClr>
          </a:solidFill>
        </p:spPr>
      </p:sp>
      <p:sp>
        <p:nvSpPr>
          <p:cNvPr id="1048709" name="Text 2"/>
          <p:cNvSpPr/>
          <p:nvPr/>
        </p:nvSpPr>
        <p:spPr>
          <a:xfrm>
            <a:off x="713563" y="1574899"/>
            <a:ext cx="5103288" cy="29071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Codec Technologies Said</a:t>
            </a:r>
            <a:endParaRPr dirty="0" sz="1800" lang="en-US"/>
          </a:p>
        </p:txBody>
      </p:sp>
      <p:sp>
        <p:nvSpPr>
          <p:cNvPr id="1048710" name="Text 3"/>
          <p:cNvSpPr/>
          <p:nvPr/>
        </p:nvSpPr>
        <p:spPr>
          <a:xfrm>
            <a:off x="713563" y="2048768"/>
            <a:ext cx="5103288" cy="88582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2000"/>
              </a:lnSpc>
              <a:buNone/>
            </a:pPr>
            <a:r>
              <a:rPr dirty="0" sz="145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Recognized for outstanding dedication, enthusiasm, and professionalism throughout the entire internship. Praised for strong technical capabilities and a proactive learning attitude.</a:t>
            </a:r>
            <a:endParaRPr dirty="0" sz="1450" lang="en-US"/>
          </a:p>
        </p:txBody>
      </p:sp>
      <p:pic>
        <p:nvPicPr>
          <p:cNvPr id="209717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329105" y="1597720"/>
            <a:ext cx="2512156" cy="2315369"/>
          </a:xfrm>
          <a:prstGeom prst="rect"/>
        </p:spPr>
      </p:pic>
      <p:pic>
        <p:nvPicPr>
          <p:cNvPr id="2097175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473565" y="1765102"/>
            <a:ext cx="223237" cy="223242"/>
          </a:xfrm>
          <a:prstGeom prst="rect"/>
        </p:spPr>
      </p:pic>
      <p:sp>
        <p:nvSpPr>
          <p:cNvPr id="1048711" name="Text 4"/>
          <p:cNvSpPr/>
          <p:nvPr/>
        </p:nvSpPr>
        <p:spPr>
          <a:xfrm>
            <a:off x="6540535" y="2341959"/>
            <a:ext cx="2089296" cy="29071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</a:t>
            </a:r>
            <a:endParaRPr dirty="0" sz="1800" lang="en-US"/>
          </a:p>
        </p:txBody>
      </p:sp>
      <p:sp>
        <p:nvSpPr>
          <p:cNvPr id="1048712" name="Text 5"/>
          <p:cNvSpPr/>
          <p:nvPr/>
        </p:nvSpPr>
        <p:spPr>
          <a:xfrm>
            <a:off x="6540535" y="2815828"/>
            <a:ext cx="2089296" cy="88582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2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Dedication, enthusiasm &amp; professionalism recognized</a:t>
            </a:r>
            <a:endParaRPr dirty="0" sz="1450" lang="en-US"/>
          </a:p>
        </p:txBody>
      </p:sp>
      <p:pic>
        <p:nvPicPr>
          <p:cNvPr id="2097176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024414" y="1597720"/>
            <a:ext cx="2512156" cy="2315369"/>
          </a:xfrm>
          <a:prstGeom prst="rect"/>
        </p:spPr>
      </p:pic>
      <p:pic>
        <p:nvPicPr>
          <p:cNvPr id="2097177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0168874" y="1765102"/>
            <a:ext cx="223237" cy="223242"/>
          </a:xfrm>
          <a:prstGeom prst="rect"/>
        </p:spPr>
      </p:pic>
      <p:sp>
        <p:nvSpPr>
          <p:cNvPr id="1048713" name="Text 6"/>
          <p:cNvSpPr/>
          <p:nvPr/>
        </p:nvSpPr>
        <p:spPr>
          <a:xfrm>
            <a:off x="9235844" y="2341959"/>
            <a:ext cx="2089296" cy="29071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Skills</a:t>
            </a:r>
            <a:endParaRPr dirty="0" sz="1800" lang="en-US"/>
          </a:p>
        </p:txBody>
      </p:sp>
      <p:sp>
        <p:nvSpPr>
          <p:cNvPr id="1048714" name="Text 7"/>
          <p:cNvSpPr/>
          <p:nvPr/>
        </p:nvSpPr>
        <p:spPr>
          <a:xfrm>
            <a:off x="9235844" y="2815828"/>
            <a:ext cx="2089296" cy="88582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2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capabilities praised by industry professionals</a:t>
            </a:r>
            <a:endParaRPr dirty="0" sz="1450" lang="en-US"/>
          </a:p>
        </p:txBody>
      </p:sp>
      <p:pic>
        <p:nvPicPr>
          <p:cNvPr id="2097178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329105" y="4096246"/>
            <a:ext cx="5207465" cy="2020094"/>
          </a:xfrm>
          <a:prstGeom prst="rect"/>
        </p:spPr>
      </p:pic>
      <p:pic>
        <p:nvPicPr>
          <p:cNvPr id="2097179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8821219" y="4263628"/>
            <a:ext cx="223237" cy="223242"/>
          </a:xfrm>
          <a:prstGeom prst="rect"/>
        </p:spPr>
      </p:pic>
      <p:sp>
        <p:nvSpPr>
          <p:cNvPr id="1048715" name="Text 8"/>
          <p:cNvSpPr/>
          <p:nvPr/>
        </p:nvSpPr>
        <p:spPr>
          <a:xfrm>
            <a:off x="6540535" y="4840486"/>
            <a:ext cx="4784605" cy="29071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8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Opportunities</a:t>
            </a:r>
            <a:endParaRPr dirty="0" sz="1800" lang="en-US"/>
          </a:p>
        </p:txBody>
      </p:sp>
      <p:sp>
        <p:nvSpPr>
          <p:cNvPr id="1048716" name="Text 9"/>
          <p:cNvSpPr/>
          <p:nvPr/>
        </p:nvSpPr>
        <p:spPr>
          <a:xfrm>
            <a:off x="6540535" y="5314355"/>
            <a:ext cx="4784605" cy="59055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2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by Codec Technologies for advanced AI roles</a:t>
            </a:r>
            <a:endParaRPr dirty="0" sz="145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Anish Singh</dc:creator>
  <cp:lastModifiedBy>USER</cp:lastModifiedBy>
  <dcterms:created xsi:type="dcterms:W3CDTF">2026-08-22T06:29:00Z</dcterms:created>
  <dcterms:modified xsi:type="dcterms:W3CDTF">2026-08-25T18:44:08Z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e4a7fb929ec646559e5199fae9fbf939</vt:lpwstr>
  </property>
</Properties>
</file>